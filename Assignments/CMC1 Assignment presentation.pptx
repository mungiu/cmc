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7" d="100"/>
          <a:sy n="97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92C654-66F9-48E5-9F0E-D6F28BE37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8A36800F-1AFF-4CFC-A614-1A59259A7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F9AE489-9134-4B04-920F-31BCE31B3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ED98-4193-44E8-AF52-51BFD08506C6}" type="datetimeFigureOut">
              <a:rPr lang="da-DK" smtClean="0"/>
              <a:t>25-11-2020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5CA246F-5F6F-4DEB-BF68-B92EDBE77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9E25F1E-E071-420B-8C57-30051373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E3ED-AAE7-48E5-A121-7FFC64C6B6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6059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3DD71-AAA0-40F2-B8A0-BFFE66DEA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A14A66E-37E4-4948-9796-7B341EC7E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7B43FE7-9E62-485C-99EF-27B4A7DEC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ED98-4193-44E8-AF52-51BFD08506C6}" type="datetimeFigureOut">
              <a:rPr lang="da-DK" smtClean="0"/>
              <a:t>25-11-2020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FBE2E96-8BBF-45CF-B54E-421EBBCB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CCBB09C-21D0-444C-BD9F-6586A2A18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E3ED-AAE7-48E5-A121-7FFC64C6B6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738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B8A79-73A1-49EC-B316-445C8E306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9F54EB4-CDA5-423E-A2C2-B787F2091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61F2CBA-1BFC-43C8-AB31-194F57AFF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ED98-4193-44E8-AF52-51BFD08506C6}" type="datetimeFigureOut">
              <a:rPr lang="da-DK" smtClean="0"/>
              <a:t>25-11-2020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0022275-8282-48A1-9A5B-1D12B5145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BC1A5AB-B0DC-45A6-B21A-154B280C7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E3ED-AAE7-48E5-A121-7FFC64C6B6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2191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0304D3-6235-492F-9700-44A6A361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47AC823-E431-4F13-9C0A-BAE84E0ED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D39606E-A08E-4A93-9E3E-531EFCF6F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99EBBAF-B547-46E8-B72E-12CB0E377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ED98-4193-44E8-AF52-51BFD08506C6}" type="datetimeFigureOut">
              <a:rPr lang="da-DK" smtClean="0"/>
              <a:t>25-11-2020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D098865-6596-4A6A-BA29-8F3FC27CE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9BCCC02-1984-4990-BADD-E8DFD802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E3ED-AAE7-48E5-A121-7FFC64C6B6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69965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B4C5F-CD43-424D-BA83-B5C281729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617C3D0-5FC2-4D33-8729-575FCB136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760242BE-8454-440E-836F-FD6AEB597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E99EE41C-C80E-481A-9A43-A67FB4DCE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EF08609F-5396-4B08-9F65-29530EEE3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88822BFA-71DA-4B5F-ADC2-6AD1C403A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ED98-4193-44E8-AF52-51BFD08506C6}" type="datetimeFigureOut">
              <a:rPr lang="da-DK" smtClean="0"/>
              <a:t>25-11-2020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3534E100-F6F5-4021-B3F9-855319B6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3E21206E-0E52-4802-A39D-32EC785A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E3ED-AAE7-48E5-A121-7FFC64C6B6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45306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51A46C-DD1F-400E-AE5D-DDC1E5E5C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02D0DFFD-08CD-4837-A849-5802C04AE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ED98-4193-44E8-AF52-51BFD08506C6}" type="datetimeFigureOut">
              <a:rPr lang="da-DK" smtClean="0"/>
              <a:t>25-11-2020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4BCEC158-9C3C-4F81-9492-FDB79B45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BA8733AD-FDD1-4675-96F3-4C418EEC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E3ED-AAE7-48E5-A121-7FFC64C6B6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816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3734D5B8-FA64-459A-B759-78637115A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ED98-4193-44E8-AF52-51BFD08506C6}" type="datetimeFigureOut">
              <a:rPr lang="da-DK" smtClean="0"/>
              <a:t>25-11-2020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9F98F02D-565A-4E38-8209-6C913CD5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681EF73-E78C-46B4-8E10-A02C96DD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E3ED-AAE7-48E5-A121-7FFC64C6B6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2114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62105-57E4-493C-8E5C-157BC11C1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2E901F7-8A25-421B-BD0C-AB71D2358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AFAFF647-A86A-4860-8C2B-5C9572AB5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493CCA1-EE56-4C5B-83CD-132CAF80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ED98-4193-44E8-AF52-51BFD08506C6}" type="datetimeFigureOut">
              <a:rPr lang="da-DK" smtClean="0"/>
              <a:t>25-11-2020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A9413BB-EFAF-459F-B576-DE250DBD2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CB1FD1C-169E-4A21-83AC-52DCAC7D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E3ED-AAE7-48E5-A121-7FFC64C6B6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3084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BA528C-21FC-4D31-8654-2C69A8AFF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67CA086E-C516-4CCD-A8A9-F1CE2E101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3610F20-181C-48D0-9EAF-DF9F0412E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D278597-3B42-4B03-979E-AE3FB8810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ED98-4193-44E8-AF52-51BFD08506C6}" type="datetimeFigureOut">
              <a:rPr lang="da-DK" smtClean="0"/>
              <a:t>25-11-2020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5E13F42-66B3-4F63-8C85-B3EDBA427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72F745D-67BE-4EDF-8C99-235A884F7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E3ED-AAE7-48E5-A121-7FFC64C6B6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3660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462F90-9F4F-4627-813A-4D4047EB4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008B7A9-B30F-40ED-B96C-2576D744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D2F2D29-4505-42CC-B8A3-92C69E473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ED98-4193-44E8-AF52-51BFD08506C6}" type="datetimeFigureOut">
              <a:rPr lang="da-DK" smtClean="0"/>
              <a:t>25-11-2020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5A07792-938D-44A0-8304-D18EB37E1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7B19AF7-0C3C-4F79-B47A-CF7220D1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E3ED-AAE7-48E5-A121-7FFC64C6B6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1928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8248C923-BAF7-4AA7-9B63-81AC57205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3A5F905C-C205-4B7B-B650-9FE1260E4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9B86EDD-274D-4EF0-ABC3-53374D026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ED98-4193-44E8-AF52-51BFD08506C6}" type="datetimeFigureOut">
              <a:rPr lang="da-DK" smtClean="0"/>
              <a:t>25-11-2020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960BC55-EA6A-47DF-AA57-2146F31DA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EE8BEFE-01DE-4FE8-A478-6BD341B58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7E3ED-AAE7-48E5-A121-7FFC64C6B6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17464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437A283B-111D-446B-A0E4-B72439CE6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7346EEA-E85D-4B0B-9291-E9BB690D1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CFBBFC6-CD0B-4D8C-84CF-DE0BCAD4D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AED98-4193-44E8-AF52-51BFD08506C6}" type="datetimeFigureOut">
              <a:rPr lang="da-DK" smtClean="0"/>
              <a:t>25-11-2020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BA26BF0-CC79-4221-9867-2AA5E7977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48BBE4D-9731-47A2-A0D6-067E7B2FF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7E3ED-AAE7-48E5-A121-7FFC64C6B6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92279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198765-991E-40A9-B655-F1D574DAD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CMC1 </a:t>
            </a:r>
            <a:r>
              <a:rPr lang="da-DK" dirty="0" err="1"/>
              <a:t>Assignment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2FABDB87-31F7-402E-B410-8A7766113E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sz="2800" dirty="0"/>
              <a:t>26th November 2020</a:t>
            </a:r>
          </a:p>
          <a:p>
            <a:r>
              <a:rPr lang="da-DK" sz="2000" dirty="0"/>
              <a:t>273473 - </a:t>
            </a:r>
            <a:r>
              <a:rPr lang="da-DK" sz="2000" dirty="0">
                <a:solidFill>
                  <a:srgbClr val="262626"/>
                </a:solidFill>
              </a:rPr>
              <a:t>Andrei </a:t>
            </a:r>
            <a:r>
              <a:rPr lang="da-DK" sz="2000" dirty="0" err="1">
                <a:solidFill>
                  <a:srgbClr val="262626"/>
                </a:solidFill>
              </a:rPr>
              <a:t>Mungiu</a:t>
            </a:r>
            <a:endParaRPr lang="da-DK" sz="2000" dirty="0">
              <a:solidFill>
                <a:srgbClr val="262626"/>
              </a:solidFill>
            </a:endParaRPr>
          </a:p>
          <a:p>
            <a:r>
              <a:rPr lang="da-DK" sz="2000" dirty="0">
                <a:solidFill>
                  <a:srgbClr val="262626"/>
                </a:solidFill>
              </a:rPr>
              <a:t>261566 – Jeppe Jensen</a:t>
            </a:r>
            <a:endParaRPr lang="da-DK" sz="2000" dirty="0"/>
          </a:p>
        </p:txBody>
      </p:sp>
    </p:spTree>
    <p:extLst>
      <p:ext uri="{BB962C8B-B14F-4D97-AF65-F5344CB8AC3E}">
        <p14:creationId xmlns:p14="http://schemas.microsoft.com/office/powerpoint/2010/main" val="3437453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19890F-E97C-435B-8317-27915434A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Compiler </a:t>
            </a:r>
            <a:r>
              <a:rPr lang="da-DK" dirty="0" err="1"/>
              <a:t>Structure</a:t>
            </a:r>
            <a:endParaRPr lang="da-DK" dirty="0"/>
          </a:p>
        </p:txBody>
      </p:sp>
      <p:pic>
        <p:nvPicPr>
          <p:cNvPr id="4" name="Pladsholder til indhold 3">
            <a:extLst>
              <a:ext uri="{FF2B5EF4-FFF2-40B4-BE49-F238E27FC236}">
                <a16:creationId xmlns:a16="http://schemas.microsoft.com/office/drawing/2014/main" id="{C059B962-9A85-459A-A1BD-FAC5D74B0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8399" y="1690688"/>
            <a:ext cx="3315201" cy="408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5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2531EC-FDBD-4819-8AAD-BDDB8446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Grammer</a:t>
            </a:r>
            <a:endParaRPr lang="da-DK" dirty="0"/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8BAAA19-0C2F-451A-AD02-9A7E1C75B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046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93054694-ACB8-4855-B4D6-3E51A6FE2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6" y="2091"/>
            <a:ext cx="10876547" cy="685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34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4EB8F3A9-F10A-4E3A-AD1E-397E3F4A7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4" y="0"/>
            <a:ext cx="1207423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81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7CBCD876-27AE-4737-8358-F4A5129B1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92" y="541421"/>
            <a:ext cx="10866416" cy="577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5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D9F76-F0E6-480A-8B27-9DAE1C3F6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304"/>
            <a:ext cx="10515600" cy="1325563"/>
          </a:xfrm>
        </p:spPr>
        <p:txBody>
          <a:bodyPr/>
          <a:lstStyle/>
          <a:p>
            <a:r>
              <a:rPr lang="da-DK" dirty="0" err="1"/>
              <a:t>Sementics</a:t>
            </a:r>
            <a:r>
              <a:rPr lang="da-DK" dirty="0"/>
              <a:t> - </a:t>
            </a:r>
            <a:r>
              <a:rPr lang="da-DK" dirty="0" err="1"/>
              <a:t>Rules</a:t>
            </a:r>
            <a:r>
              <a:rPr lang="da-DK" dirty="0"/>
              <a:t>: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40B53AD0-2D7E-45AA-92BA-D20F3E99E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781" y="1307767"/>
            <a:ext cx="9834438" cy="548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9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E4D758-EEA8-4E67-9512-E3CA0976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Execution</a:t>
            </a:r>
            <a:r>
              <a:rPr lang="da-DK" dirty="0"/>
              <a:t> – Code Generation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D1E3A7EA-6A7F-40FE-9A0A-E992FEDDA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8709"/>
            <a:ext cx="9241936" cy="376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08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06066BFB-9C0E-44C5-B0E6-EBB9D1690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74" y="463666"/>
            <a:ext cx="11709451" cy="540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11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AB51E285-72D0-40ED-89BF-24991BFE9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38" y="476250"/>
            <a:ext cx="9785522" cy="551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36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A292E7FD-62ED-4E8A-BA17-050BF5069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46" y="1193873"/>
            <a:ext cx="11806508" cy="498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90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Billede 144">
            <a:extLst>
              <a:ext uri="{FF2B5EF4-FFF2-40B4-BE49-F238E27FC236}">
                <a16:creationId xmlns:a16="http://schemas.microsoft.com/office/drawing/2014/main" id="{66460421-690A-468E-B38F-96DB003F4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87" y="357187"/>
            <a:ext cx="10868025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lede 8">
            <a:extLst>
              <a:ext uri="{FF2B5EF4-FFF2-40B4-BE49-F238E27FC236}">
                <a16:creationId xmlns:a16="http://schemas.microsoft.com/office/drawing/2014/main" id="{7A09AC80-7E4B-46A8-BA6A-B2CCF75DB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6190"/>
            <a:ext cx="12192000" cy="604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67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E89AAA30-DC14-4651-9E73-F52B95286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108"/>
            <a:ext cx="12192000" cy="568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845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24</Words>
  <Application>Microsoft Office PowerPoint</Application>
  <PresentationFormat>Widescreen</PresentationFormat>
  <Paragraphs>8</Paragraphs>
  <Slides>14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Office-tema</vt:lpstr>
      <vt:lpstr>CMC1 Assignment</vt:lpstr>
      <vt:lpstr>Compiler Structure</vt:lpstr>
      <vt:lpstr>Grammer</vt:lpstr>
      <vt:lpstr>PowerPoint-præsentation</vt:lpstr>
      <vt:lpstr>PowerPoint-præsentation</vt:lpstr>
      <vt:lpstr>PowerPoint-præsentation</vt:lpstr>
      <vt:lpstr>Sementics - Rules:</vt:lpstr>
      <vt:lpstr>Execution – Code Generation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CMC1 Assignment</dc:title>
  <dc:creator>Jeppe Graasbøll Jensen (261566 ICT)</dc:creator>
  <cp:lastModifiedBy>Jeppe Graasbøll Jensen (261566 ICT)</cp:lastModifiedBy>
  <cp:revision>6</cp:revision>
  <dcterms:created xsi:type="dcterms:W3CDTF">2020-11-25T12:34:58Z</dcterms:created>
  <dcterms:modified xsi:type="dcterms:W3CDTF">2020-11-25T13:18:21Z</dcterms:modified>
</cp:coreProperties>
</file>